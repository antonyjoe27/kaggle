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5A55AA-DA20-4CA4-993F-1D9C202A206C}" v="24" dt="2026-07-05T21:40:59.2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ni Manoharan" userId="5945a307e9fca33e" providerId="LiveId" clId="{665D095A-6E38-4526-AA47-41B702B0762A}"/>
    <pc:docChg chg="undo custSel modSld">
      <pc:chgData name="Rohini Manoharan" userId="5945a307e9fca33e" providerId="LiveId" clId="{665D095A-6E38-4526-AA47-41B702B0762A}" dt="2026-07-05T21:40:59.261" v="218"/>
      <pc:docMkLst>
        <pc:docMk/>
      </pc:docMkLst>
      <pc:sldChg chg="modSp mod">
        <pc:chgData name="Rohini Manoharan" userId="5945a307e9fca33e" providerId="LiveId" clId="{665D095A-6E38-4526-AA47-41B702B0762A}" dt="2026-07-05T17:57:30.917" v="41" actId="20577"/>
        <pc:sldMkLst>
          <pc:docMk/>
          <pc:sldMk cId="0" sldId="256"/>
        </pc:sldMkLst>
        <pc:spChg chg="mod">
          <ac:chgData name="Rohini Manoharan" userId="5945a307e9fca33e" providerId="LiveId" clId="{665D095A-6E38-4526-AA47-41B702B0762A}" dt="2026-07-05T17:57:30.917" v="41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Rohini Manoharan" userId="5945a307e9fca33e" providerId="LiveId" clId="{665D095A-6E38-4526-AA47-41B702B0762A}" dt="2026-07-05T21:37:25.306" v="191" actId="20577"/>
        <pc:sldMkLst>
          <pc:docMk/>
          <pc:sldMk cId="0" sldId="257"/>
        </pc:sldMkLst>
        <pc:spChg chg="mod">
          <ac:chgData name="Rohini Manoharan" userId="5945a307e9fca33e" providerId="LiveId" clId="{665D095A-6E38-4526-AA47-41B702B0762A}" dt="2026-07-05T17:59:05.002" v="47" actId="6549"/>
          <ac:spMkLst>
            <pc:docMk/>
            <pc:sldMk cId="0" sldId="257"/>
            <ac:spMk id="23" creationId="{00000000-0000-0000-0000-000000000000}"/>
          </ac:spMkLst>
        </pc:spChg>
        <pc:spChg chg="mod">
          <ac:chgData name="Rohini Manoharan" userId="5945a307e9fca33e" providerId="LiveId" clId="{665D095A-6E38-4526-AA47-41B702B0762A}" dt="2026-07-05T17:58:31.607" v="46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Rohini Manoharan" userId="5945a307e9fca33e" providerId="LiveId" clId="{665D095A-6E38-4526-AA47-41B702B0762A}" dt="2026-07-05T21:37:25.306" v="191" actId="20577"/>
          <ac:spMkLst>
            <pc:docMk/>
            <pc:sldMk cId="0" sldId="257"/>
            <ac:spMk id="34" creationId="{00000000-0000-0000-0000-000000000000}"/>
          </ac:spMkLst>
        </pc:spChg>
      </pc:sldChg>
      <pc:sldChg chg="delSp modSp mod">
        <pc:chgData name="Rohini Manoharan" userId="5945a307e9fca33e" providerId="LiveId" clId="{665D095A-6E38-4526-AA47-41B702B0762A}" dt="2026-07-05T19:29:14.572" v="73" actId="1076"/>
        <pc:sldMkLst>
          <pc:docMk/>
          <pc:sldMk cId="0" sldId="258"/>
        </pc:sldMkLst>
        <pc:spChg chg="del">
          <ac:chgData name="Rohini Manoharan" userId="5945a307e9fca33e" providerId="LiveId" clId="{665D095A-6E38-4526-AA47-41B702B0762A}" dt="2026-07-05T19:28:52.491" v="70" actId="21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hini Manoharan" userId="5945a307e9fca33e" providerId="LiveId" clId="{665D095A-6E38-4526-AA47-41B702B0762A}" dt="2026-07-05T19:29:06.638" v="71" actId="6549"/>
          <ac:spMkLst>
            <pc:docMk/>
            <pc:sldMk cId="0" sldId="258"/>
            <ac:spMk id="6" creationId="{00000000-0000-0000-0000-000000000000}"/>
          </ac:spMkLst>
        </pc:spChg>
        <pc:spChg chg="mod">
          <ac:chgData name="Rohini Manoharan" userId="5945a307e9fca33e" providerId="LiveId" clId="{665D095A-6E38-4526-AA47-41B702B0762A}" dt="2026-07-05T19:29:14.572" v="73" actId="1076"/>
          <ac:spMkLst>
            <pc:docMk/>
            <pc:sldMk cId="0" sldId="258"/>
            <ac:spMk id="7" creationId="{00000000-0000-0000-0000-000000000000}"/>
          </ac:spMkLst>
        </pc:spChg>
        <pc:picChg chg="del">
          <ac:chgData name="Rohini Manoharan" userId="5945a307e9fca33e" providerId="LiveId" clId="{665D095A-6E38-4526-AA47-41B702B0762A}" dt="2026-07-05T19:29:09.170" v="72" actId="478"/>
          <ac:picMkLst>
            <pc:docMk/>
            <pc:sldMk cId="0" sldId="258"/>
            <ac:picMk id="5" creationId="{00000000-0000-0000-0000-000000000000}"/>
          </ac:picMkLst>
        </pc:picChg>
      </pc:sldChg>
      <pc:sldChg chg="modSp mod">
        <pc:chgData name="Rohini Manoharan" userId="5945a307e9fca33e" providerId="LiveId" clId="{665D095A-6E38-4526-AA47-41B702B0762A}" dt="2026-07-05T21:24:13.524" v="117" actId="1076"/>
        <pc:sldMkLst>
          <pc:docMk/>
          <pc:sldMk cId="0" sldId="259"/>
        </pc:sldMkLst>
        <pc:spChg chg="mod">
          <ac:chgData name="Rohini Manoharan" userId="5945a307e9fca33e" providerId="LiveId" clId="{665D095A-6E38-4526-AA47-41B702B0762A}" dt="2026-07-05T21:24:13.524" v="117" actId="1076"/>
          <ac:spMkLst>
            <pc:docMk/>
            <pc:sldMk cId="0" sldId="259"/>
            <ac:spMk id="14" creationId="{00000000-0000-0000-0000-000000000000}"/>
          </ac:spMkLst>
        </pc:spChg>
      </pc:sldChg>
      <pc:sldChg chg="modSp mod">
        <pc:chgData name="Rohini Manoharan" userId="5945a307e9fca33e" providerId="LiveId" clId="{665D095A-6E38-4526-AA47-41B702B0762A}" dt="2026-07-05T21:38:56.585" v="197" actId="20577"/>
        <pc:sldMkLst>
          <pc:docMk/>
          <pc:sldMk cId="0" sldId="260"/>
        </pc:sldMkLst>
        <pc:spChg chg="mod">
          <ac:chgData name="Rohini Manoharan" userId="5945a307e9fca33e" providerId="LiveId" clId="{665D095A-6E38-4526-AA47-41B702B0762A}" dt="2026-07-05T21:38:56.585" v="197" actId="20577"/>
          <ac:spMkLst>
            <pc:docMk/>
            <pc:sldMk cId="0" sldId="260"/>
            <ac:spMk id="29" creationId="{00000000-0000-0000-0000-000000000000}"/>
          </ac:spMkLst>
        </pc:spChg>
      </pc:sldChg>
      <pc:sldChg chg="modSp">
        <pc:chgData name="Rohini Manoharan" userId="5945a307e9fca33e" providerId="LiveId" clId="{665D095A-6E38-4526-AA47-41B702B0762A}" dt="2026-07-05T21:39:03.577" v="198"/>
        <pc:sldMkLst>
          <pc:docMk/>
          <pc:sldMk cId="0" sldId="261"/>
        </pc:sldMkLst>
        <pc:spChg chg="mod">
          <ac:chgData name="Rohini Manoharan" userId="5945a307e9fca33e" providerId="LiveId" clId="{665D095A-6E38-4526-AA47-41B702B0762A}" dt="2026-07-05T21:39:03.577" v="198"/>
          <ac:spMkLst>
            <pc:docMk/>
            <pc:sldMk cId="0" sldId="261"/>
            <ac:spMk id="13" creationId="{00000000-0000-0000-0000-000000000000}"/>
          </ac:spMkLst>
        </pc:spChg>
      </pc:sldChg>
      <pc:sldChg chg="modSp mod">
        <pc:chgData name="Rohini Manoharan" userId="5945a307e9fca33e" providerId="LiveId" clId="{665D095A-6E38-4526-AA47-41B702B0762A}" dt="2026-07-05T21:39:14.006" v="199"/>
        <pc:sldMkLst>
          <pc:docMk/>
          <pc:sldMk cId="0" sldId="262"/>
        </pc:sldMkLst>
        <pc:spChg chg="mod">
          <ac:chgData name="Rohini Manoharan" userId="5945a307e9fca33e" providerId="LiveId" clId="{665D095A-6E38-4526-AA47-41B702B0762A}" dt="2026-07-05T21:39:14.006" v="199"/>
          <ac:spMkLst>
            <pc:docMk/>
            <pc:sldMk cId="0" sldId="262"/>
            <ac:spMk id="18" creationId="{00000000-0000-0000-0000-000000000000}"/>
          </ac:spMkLst>
        </pc:spChg>
      </pc:sldChg>
      <pc:sldChg chg="modSp mod">
        <pc:chgData name="Rohini Manoharan" userId="5945a307e9fca33e" providerId="LiveId" clId="{665D095A-6E38-4526-AA47-41B702B0762A}" dt="2026-07-05T21:39:22.128" v="200"/>
        <pc:sldMkLst>
          <pc:docMk/>
          <pc:sldMk cId="0" sldId="263"/>
        </pc:sldMkLst>
        <pc:spChg chg="mod">
          <ac:chgData name="Rohini Manoharan" userId="5945a307e9fca33e" providerId="LiveId" clId="{665D095A-6E38-4526-AA47-41B702B0762A}" dt="2026-07-05T18:30:38.957" v="69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Rohini Manoharan" userId="5945a307e9fca33e" providerId="LiveId" clId="{665D095A-6E38-4526-AA47-41B702B0762A}" dt="2026-07-05T21:39:22.128" v="200"/>
          <ac:spMkLst>
            <pc:docMk/>
            <pc:sldMk cId="0" sldId="263"/>
            <ac:spMk id="32" creationId="{00000000-0000-0000-0000-000000000000}"/>
          </ac:spMkLst>
        </pc:spChg>
      </pc:sldChg>
      <pc:sldChg chg="modSp">
        <pc:chgData name="Rohini Manoharan" userId="5945a307e9fca33e" providerId="LiveId" clId="{665D095A-6E38-4526-AA47-41B702B0762A}" dt="2026-07-05T21:39:26.228" v="201"/>
        <pc:sldMkLst>
          <pc:docMk/>
          <pc:sldMk cId="0" sldId="264"/>
        </pc:sldMkLst>
        <pc:spChg chg="mod">
          <ac:chgData name="Rohini Manoharan" userId="5945a307e9fca33e" providerId="LiveId" clId="{665D095A-6E38-4526-AA47-41B702B0762A}" dt="2026-07-05T21:39:26.228" v="201"/>
          <ac:spMkLst>
            <pc:docMk/>
            <pc:sldMk cId="0" sldId="264"/>
            <ac:spMk id="8" creationId="{00000000-0000-0000-0000-000000000000}"/>
          </ac:spMkLst>
        </pc:spChg>
      </pc:sldChg>
      <pc:sldChg chg="modSp">
        <pc:chgData name="Rohini Manoharan" userId="5945a307e9fca33e" providerId="LiveId" clId="{665D095A-6E38-4526-AA47-41B702B0762A}" dt="2026-07-05T21:39:33.165" v="202"/>
        <pc:sldMkLst>
          <pc:docMk/>
          <pc:sldMk cId="0" sldId="265"/>
        </pc:sldMkLst>
        <pc:spChg chg="mod">
          <ac:chgData name="Rohini Manoharan" userId="5945a307e9fca33e" providerId="LiveId" clId="{665D095A-6E38-4526-AA47-41B702B0762A}" dt="2026-07-05T21:39:33.165" v="202"/>
          <ac:spMkLst>
            <pc:docMk/>
            <pc:sldMk cId="0" sldId="265"/>
            <ac:spMk id="8" creationId="{00000000-0000-0000-0000-000000000000}"/>
          </ac:spMkLst>
        </pc:spChg>
      </pc:sldChg>
      <pc:sldChg chg="modSp">
        <pc:chgData name="Rohini Manoharan" userId="5945a307e9fca33e" providerId="LiveId" clId="{665D095A-6E38-4526-AA47-41B702B0762A}" dt="2026-07-05T21:39:36.920" v="203"/>
        <pc:sldMkLst>
          <pc:docMk/>
          <pc:sldMk cId="0" sldId="266"/>
        </pc:sldMkLst>
        <pc:spChg chg="mod">
          <ac:chgData name="Rohini Manoharan" userId="5945a307e9fca33e" providerId="LiveId" clId="{665D095A-6E38-4526-AA47-41B702B0762A}" dt="2026-07-05T21:39:36.920" v="203"/>
          <ac:spMkLst>
            <pc:docMk/>
            <pc:sldMk cId="0" sldId="266"/>
            <ac:spMk id="8" creationId="{00000000-0000-0000-0000-000000000000}"/>
          </ac:spMkLst>
        </pc:spChg>
      </pc:sldChg>
      <pc:sldChg chg="modSp">
        <pc:chgData name="Rohini Manoharan" userId="5945a307e9fca33e" providerId="LiveId" clId="{665D095A-6E38-4526-AA47-41B702B0762A}" dt="2026-07-05T21:39:44.327" v="204"/>
        <pc:sldMkLst>
          <pc:docMk/>
          <pc:sldMk cId="0" sldId="267"/>
        </pc:sldMkLst>
        <pc:spChg chg="mod">
          <ac:chgData name="Rohini Manoharan" userId="5945a307e9fca33e" providerId="LiveId" clId="{665D095A-6E38-4526-AA47-41B702B0762A}" dt="2026-07-05T21:39:44.327" v="204"/>
          <ac:spMkLst>
            <pc:docMk/>
            <pc:sldMk cId="0" sldId="267"/>
            <ac:spMk id="8" creationId="{00000000-0000-0000-0000-000000000000}"/>
          </ac:spMkLst>
        </pc:spChg>
      </pc:sldChg>
      <pc:sldChg chg="modSp">
        <pc:chgData name="Rohini Manoharan" userId="5945a307e9fca33e" providerId="LiveId" clId="{665D095A-6E38-4526-AA47-41B702B0762A}" dt="2026-07-05T21:39:49.851" v="205"/>
        <pc:sldMkLst>
          <pc:docMk/>
          <pc:sldMk cId="0" sldId="268"/>
        </pc:sldMkLst>
        <pc:spChg chg="mod">
          <ac:chgData name="Rohini Manoharan" userId="5945a307e9fca33e" providerId="LiveId" clId="{665D095A-6E38-4526-AA47-41B702B0762A}" dt="2026-07-05T21:39:49.851" v="205"/>
          <ac:spMkLst>
            <pc:docMk/>
            <pc:sldMk cId="0" sldId="268"/>
            <ac:spMk id="8" creationId="{00000000-0000-0000-0000-000000000000}"/>
          </ac:spMkLst>
        </pc:spChg>
      </pc:sldChg>
      <pc:sldChg chg="modSp">
        <pc:chgData name="Rohini Manoharan" userId="5945a307e9fca33e" providerId="LiveId" clId="{665D095A-6E38-4526-AA47-41B702B0762A}" dt="2026-07-05T21:39:57.702" v="206"/>
        <pc:sldMkLst>
          <pc:docMk/>
          <pc:sldMk cId="0" sldId="269"/>
        </pc:sldMkLst>
        <pc:spChg chg="mod">
          <ac:chgData name="Rohini Manoharan" userId="5945a307e9fca33e" providerId="LiveId" clId="{665D095A-6E38-4526-AA47-41B702B0762A}" dt="2026-07-05T21:39:57.702" v="206"/>
          <ac:spMkLst>
            <pc:docMk/>
            <pc:sldMk cId="0" sldId="269"/>
            <ac:spMk id="27" creationId="{00000000-0000-0000-0000-000000000000}"/>
          </ac:spMkLst>
        </pc:spChg>
      </pc:sldChg>
      <pc:sldChg chg="modSp">
        <pc:chgData name="Rohini Manoharan" userId="5945a307e9fca33e" providerId="LiveId" clId="{665D095A-6E38-4526-AA47-41B702B0762A}" dt="2026-07-05T21:40:05.208" v="207"/>
        <pc:sldMkLst>
          <pc:docMk/>
          <pc:sldMk cId="0" sldId="270"/>
        </pc:sldMkLst>
        <pc:spChg chg="mod">
          <ac:chgData name="Rohini Manoharan" userId="5945a307e9fca33e" providerId="LiveId" clId="{665D095A-6E38-4526-AA47-41B702B0762A}" dt="2026-07-05T21:40:05.208" v="207"/>
          <ac:spMkLst>
            <pc:docMk/>
            <pc:sldMk cId="0" sldId="270"/>
            <ac:spMk id="8" creationId="{00000000-0000-0000-0000-000000000000}"/>
          </ac:spMkLst>
        </pc:spChg>
      </pc:sldChg>
      <pc:sldChg chg="modSp">
        <pc:chgData name="Rohini Manoharan" userId="5945a307e9fca33e" providerId="LiveId" clId="{665D095A-6E38-4526-AA47-41B702B0762A}" dt="2026-07-05T21:40:08.783" v="208"/>
        <pc:sldMkLst>
          <pc:docMk/>
          <pc:sldMk cId="0" sldId="271"/>
        </pc:sldMkLst>
        <pc:spChg chg="mod">
          <ac:chgData name="Rohini Manoharan" userId="5945a307e9fca33e" providerId="LiveId" clId="{665D095A-6E38-4526-AA47-41B702B0762A}" dt="2026-07-05T21:40:08.783" v="208"/>
          <ac:spMkLst>
            <pc:docMk/>
            <pc:sldMk cId="0" sldId="271"/>
            <ac:spMk id="8" creationId="{00000000-0000-0000-0000-000000000000}"/>
          </ac:spMkLst>
        </pc:spChg>
      </pc:sldChg>
      <pc:sldChg chg="modSp mod">
        <pc:chgData name="Rohini Manoharan" userId="5945a307e9fca33e" providerId="LiveId" clId="{665D095A-6E38-4526-AA47-41B702B0762A}" dt="2026-07-05T21:40:15.097" v="210"/>
        <pc:sldMkLst>
          <pc:docMk/>
          <pc:sldMk cId="0" sldId="272"/>
        </pc:sldMkLst>
        <pc:spChg chg="mod">
          <ac:chgData name="Rohini Manoharan" userId="5945a307e9fca33e" providerId="LiveId" clId="{665D095A-6E38-4526-AA47-41B702B0762A}" dt="2026-07-05T21:40:15.097" v="210"/>
          <ac:spMkLst>
            <pc:docMk/>
            <pc:sldMk cId="0" sldId="272"/>
            <ac:spMk id="8" creationId="{00000000-0000-0000-0000-000000000000}"/>
          </ac:spMkLst>
        </pc:spChg>
      </pc:sldChg>
      <pc:sldChg chg="modSp">
        <pc:chgData name="Rohini Manoharan" userId="5945a307e9fca33e" providerId="LiveId" clId="{665D095A-6E38-4526-AA47-41B702B0762A}" dt="2026-07-05T21:40:19.208" v="211"/>
        <pc:sldMkLst>
          <pc:docMk/>
          <pc:sldMk cId="0" sldId="273"/>
        </pc:sldMkLst>
        <pc:spChg chg="mod">
          <ac:chgData name="Rohini Manoharan" userId="5945a307e9fca33e" providerId="LiveId" clId="{665D095A-6E38-4526-AA47-41B702B0762A}" dt="2026-07-05T21:40:19.208" v="211"/>
          <ac:spMkLst>
            <pc:docMk/>
            <pc:sldMk cId="0" sldId="273"/>
            <ac:spMk id="8" creationId="{00000000-0000-0000-0000-000000000000}"/>
          </ac:spMkLst>
        </pc:spChg>
      </pc:sldChg>
      <pc:sldChg chg="modSp">
        <pc:chgData name="Rohini Manoharan" userId="5945a307e9fca33e" providerId="LiveId" clId="{665D095A-6E38-4526-AA47-41B702B0762A}" dt="2026-07-05T21:40:30.912" v="212"/>
        <pc:sldMkLst>
          <pc:docMk/>
          <pc:sldMk cId="0" sldId="274"/>
        </pc:sldMkLst>
        <pc:spChg chg="mod">
          <ac:chgData name="Rohini Manoharan" userId="5945a307e9fca33e" providerId="LiveId" clId="{665D095A-6E38-4526-AA47-41B702B0762A}" dt="2026-07-05T21:40:30.912" v="212"/>
          <ac:spMkLst>
            <pc:docMk/>
            <pc:sldMk cId="0" sldId="274"/>
            <ac:spMk id="35" creationId="{00000000-0000-0000-0000-000000000000}"/>
          </ac:spMkLst>
        </pc:spChg>
      </pc:sldChg>
      <pc:sldChg chg="modSp">
        <pc:chgData name="Rohini Manoharan" userId="5945a307e9fca33e" providerId="LiveId" clId="{665D095A-6E38-4526-AA47-41B702B0762A}" dt="2026-07-05T21:40:40.584" v="213"/>
        <pc:sldMkLst>
          <pc:docMk/>
          <pc:sldMk cId="0" sldId="275"/>
        </pc:sldMkLst>
        <pc:spChg chg="mod">
          <ac:chgData name="Rohini Manoharan" userId="5945a307e9fca33e" providerId="LiveId" clId="{665D095A-6E38-4526-AA47-41B702B0762A}" dt="2026-07-05T21:40:40.584" v="213"/>
          <ac:spMkLst>
            <pc:docMk/>
            <pc:sldMk cId="0" sldId="275"/>
            <ac:spMk id="29" creationId="{00000000-0000-0000-0000-000000000000}"/>
          </ac:spMkLst>
        </pc:spChg>
      </pc:sldChg>
      <pc:sldChg chg="modSp">
        <pc:chgData name="Rohini Manoharan" userId="5945a307e9fca33e" providerId="LiveId" clId="{665D095A-6E38-4526-AA47-41B702B0762A}" dt="2026-07-05T21:40:44.273" v="214"/>
        <pc:sldMkLst>
          <pc:docMk/>
          <pc:sldMk cId="0" sldId="276"/>
        </pc:sldMkLst>
        <pc:spChg chg="mod">
          <ac:chgData name="Rohini Manoharan" userId="5945a307e9fca33e" providerId="LiveId" clId="{665D095A-6E38-4526-AA47-41B702B0762A}" dt="2026-07-05T21:40:44.273" v="214"/>
          <ac:spMkLst>
            <pc:docMk/>
            <pc:sldMk cId="0" sldId="276"/>
            <ac:spMk id="16" creationId="{00000000-0000-0000-0000-000000000000}"/>
          </ac:spMkLst>
        </pc:spChg>
      </pc:sldChg>
      <pc:sldChg chg="modSp">
        <pc:chgData name="Rohini Manoharan" userId="5945a307e9fca33e" providerId="LiveId" clId="{665D095A-6E38-4526-AA47-41B702B0762A}" dt="2026-07-05T21:40:47.116" v="215"/>
        <pc:sldMkLst>
          <pc:docMk/>
          <pc:sldMk cId="0" sldId="277"/>
        </pc:sldMkLst>
        <pc:spChg chg="mod">
          <ac:chgData name="Rohini Manoharan" userId="5945a307e9fca33e" providerId="LiveId" clId="{665D095A-6E38-4526-AA47-41B702B0762A}" dt="2026-07-05T21:40:47.116" v="215"/>
          <ac:spMkLst>
            <pc:docMk/>
            <pc:sldMk cId="0" sldId="277"/>
            <ac:spMk id="16" creationId="{00000000-0000-0000-0000-000000000000}"/>
          </ac:spMkLst>
        </pc:spChg>
      </pc:sldChg>
      <pc:sldChg chg="modSp">
        <pc:chgData name="Rohini Manoharan" userId="5945a307e9fca33e" providerId="LiveId" clId="{665D095A-6E38-4526-AA47-41B702B0762A}" dt="2026-07-05T21:40:51.497" v="216"/>
        <pc:sldMkLst>
          <pc:docMk/>
          <pc:sldMk cId="0" sldId="278"/>
        </pc:sldMkLst>
        <pc:spChg chg="mod">
          <ac:chgData name="Rohini Manoharan" userId="5945a307e9fca33e" providerId="LiveId" clId="{665D095A-6E38-4526-AA47-41B702B0762A}" dt="2026-07-05T21:40:51.497" v="216"/>
          <ac:spMkLst>
            <pc:docMk/>
            <pc:sldMk cId="0" sldId="278"/>
            <ac:spMk id="16" creationId="{00000000-0000-0000-0000-000000000000}"/>
          </ac:spMkLst>
        </pc:spChg>
      </pc:sldChg>
      <pc:sldChg chg="modSp">
        <pc:chgData name="Rohini Manoharan" userId="5945a307e9fca33e" providerId="LiveId" clId="{665D095A-6E38-4526-AA47-41B702B0762A}" dt="2026-07-05T21:40:56.089" v="217"/>
        <pc:sldMkLst>
          <pc:docMk/>
          <pc:sldMk cId="0" sldId="279"/>
        </pc:sldMkLst>
        <pc:spChg chg="mod">
          <ac:chgData name="Rohini Manoharan" userId="5945a307e9fca33e" providerId="LiveId" clId="{665D095A-6E38-4526-AA47-41B702B0762A}" dt="2026-07-05T21:40:56.089" v="217"/>
          <ac:spMkLst>
            <pc:docMk/>
            <pc:sldMk cId="0" sldId="279"/>
            <ac:spMk id="29" creationId="{00000000-0000-0000-0000-000000000000}"/>
          </ac:spMkLst>
        </pc:spChg>
      </pc:sldChg>
      <pc:sldChg chg="modSp mod">
        <pc:chgData name="Rohini Manoharan" userId="5945a307e9fca33e" providerId="LiveId" clId="{665D095A-6E38-4526-AA47-41B702B0762A}" dt="2026-07-05T21:40:59.261" v="218"/>
        <pc:sldMkLst>
          <pc:docMk/>
          <pc:sldMk cId="0" sldId="280"/>
        </pc:sldMkLst>
        <pc:spChg chg="mod">
          <ac:chgData name="Rohini Manoharan" userId="5945a307e9fca33e" providerId="LiveId" clId="{665D095A-6E38-4526-AA47-41B702B0762A}" dt="2026-07-05T21:40:59.261" v="218"/>
          <ac:spMkLst>
            <pc:docMk/>
            <pc:sldMk cId="0" sldId="280"/>
            <ac:spMk id="2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247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10515600" y="3840480"/>
            <a:ext cx="2926080" cy="292608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42646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assisted Learning path allocator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Walkthrough of the HR Webpage &amp; Employee Webpage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Capstone Project  |  AI-Powered Team Readiness &amp; Learning 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walkthrough of the problem, the architecture, and every page of both webpages.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1402080"/>
          </a:xfrm>
          <a:prstGeom prst="roundRect">
            <a:avLst>
              <a:gd name="adj" fmla="val 6522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777240" y="2209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777240" y="2209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385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304288"/>
            <a:ext cx="402336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platform exists and what it solves for HR teams.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03520" cy="1402080"/>
          </a:xfrm>
          <a:prstGeom prst="roundRect">
            <a:avLst>
              <a:gd name="adj" fmla="val 6522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6537960" y="2209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537960" y="2209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60920" y="19385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 Stack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60920" y="2304288"/>
            <a:ext cx="402336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frontend, backend, database, and AI layer fit together.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50920"/>
            <a:ext cx="5303520" cy="1402080"/>
          </a:xfrm>
          <a:prstGeom prst="roundRect">
            <a:avLst>
              <a:gd name="adj" fmla="val 6522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777240" y="3931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77724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36606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Webpage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4026408"/>
            <a:ext cx="402336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a manager uses: Dashboard, Projects, Team Analysis, Learning Paths, Reports.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550920"/>
            <a:ext cx="5303520" cy="1402080"/>
          </a:xfrm>
          <a:prstGeom prst="roundRect">
            <a:avLst>
              <a:gd name="adj" fmla="val 6522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6537960" y="39319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653796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60920" y="36606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Webpage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60920" y="4026408"/>
            <a:ext cx="402336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Skills, Mandatory Training, Course Viewer.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273040"/>
            <a:ext cx="5303520" cy="1402080"/>
          </a:xfrm>
          <a:prstGeom prst="roundRect">
            <a:avLst>
              <a:gd name="adj" fmla="val 6522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23"/>
          <p:cNvSpPr/>
          <p:nvPr/>
        </p:nvSpPr>
        <p:spPr>
          <a:xfrm>
            <a:off x="777240" y="56540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777240" y="5654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00200" y="53827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RAG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00200" y="5748528"/>
            <a:ext cx="402336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agents running behind both portals.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5273040"/>
            <a:ext cx="5303520" cy="1402080"/>
          </a:xfrm>
          <a:prstGeom prst="roundRect">
            <a:avLst>
              <a:gd name="adj" fmla="val 6522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6537960" y="56540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6537960" y="5654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60920" y="53827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Connects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60920" y="5748528"/>
            <a:ext cx="402336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HR decisions flow into what employees actually see and learn.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94767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1554480" y="178308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2092768"/>
            <a:ext cx="11064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CA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gaps — </a:t>
            </a:r>
            <a:r>
              <a:rPr lang="en-CA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matches each learner to the right path based on current skill level, so training is not one-size-fits-all.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CA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learning time — </a:t>
            </a:r>
            <a:r>
              <a:rPr lang="en-CA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avoids sending people through content they already know and focuses on what they actually need next</a:t>
            </a:r>
            <a:r>
              <a:rPr lang="en-CA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CA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progress visibility </a:t>
            </a:r>
            <a:r>
              <a:rPr lang="en-CA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 makes it easier to see readiness, missing skills, and overall learning progress in one place.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CA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training decisions — </a:t>
            </a:r>
            <a:r>
              <a:rPr lang="en-CA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choose the next best course or activity faster for each learner or team.</a:t>
            </a:r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Manager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Solution: A Two-Sided AI Platform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system with two dedicated webpages — one for HR, one for employees — talking to the same AI engine.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4067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40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Webpage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managers create projects, analyze team skills automatically from GitHub, and generate readiness reports — replacing spreadsheets with live AI-driven analysis.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7"/>
          <p:cNvSpPr/>
          <p:nvPr/>
        </p:nvSpPr>
        <p:spPr>
          <a:xfrm>
            <a:off x="6583680" y="22402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01" y="24067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40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Webpage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310896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employee sees exactly what they need to learn next, tracks mandatory compliance training, and watches their own skill matrix grow over time.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2920" y="6534509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path allocator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How It Fits Together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 work together: the two webpages on top, a shared API in the middle, and AI + data underneath.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97280" y="1920240"/>
            <a:ext cx="9966960" cy="777240"/>
          </a:xfrm>
          <a:prstGeom prst="roundRect">
            <a:avLst>
              <a:gd name="adj" fmla="val 11765"/>
            </a:avLst>
          </a:prstGeom>
          <a:solidFill>
            <a:srgbClr val="0A4A5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1371600" y="20345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246" y="21771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9202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Webpage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0" y="192024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 for managers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097280" y="2834640"/>
            <a:ext cx="9966960" cy="777240"/>
          </a:xfrm>
          <a:prstGeom prst="roundRect">
            <a:avLst>
              <a:gd name="adj" fmla="val 11765"/>
            </a:avLst>
          </a:prstGeom>
          <a:solidFill>
            <a:srgbClr val="0F5A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Shape 7"/>
          <p:cNvSpPr/>
          <p:nvPr/>
        </p:nvSpPr>
        <p:spPr>
          <a:xfrm>
            <a:off x="1371600" y="29489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246" y="30915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94560" y="28346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Webpage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86400" y="283464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HTML/JS portal for staff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1097280" y="3749040"/>
            <a:ext cx="9966960" cy="777240"/>
          </a:xfrm>
          <a:prstGeom prst="roundRect">
            <a:avLst>
              <a:gd name="adj" fmla="val 11765"/>
            </a:avLst>
          </a:prstGeom>
          <a:solidFill>
            <a:srgbClr val="0A4A5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Shape 11"/>
          <p:cNvSpPr/>
          <p:nvPr/>
        </p:nvSpPr>
        <p:spPr>
          <a:xfrm>
            <a:off x="1371600" y="38633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4246" y="40059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94560" y="37490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486400" y="374904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API connecting both UIs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1097280" y="4663440"/>
            <a:ext cx="9966960" cy="777240"/>
          </a:xfrm>
          <a:prstGeom prst="roundRect">
            <a:avLst>
              <a:gd name="adj" fmla="val 11765"/>
            </a:avLst>
          </a:prstGeom>
          <a:solidFill>
            <a:srgbClr val="0F5A6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Shape 15"/>
          <p:cNvSpPr/>
          <p:nvPr/>
        </p:nvSpPr>
        <p:spPr>
          <a:xfrm>
            <a:off x="1371600" y="47777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4246" y="492038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194560" y="46634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Layer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486400" y="466344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+ RAG logic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1097280" y="5577840"/>
            <a:ext cx="9966960" cy="777240"/>
          </a:xfrm>
          <a:prstGeom prst="roundRect">
            <a:avLst>
              <a:gd name="adj" fmla="val 11765"/>
            </a:avLst>
          </a:prstGeom>
          <a:solidFill>
            <a:srgbClr val="0A4A5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5" name="Shape 19"/>
          <p:cNvSpPr/>
          <p:nvPr/>
        </p:nvSpPr>
        <p:spPr>
          <a:xfrm>
            <a:off x="1371600" y="56921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4246" y="583478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194560" y="55778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486400" y="557784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structured &amp; vector data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— Frontend &amp; Backend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21662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0116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(HR Webpage)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78892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—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React-based HR dashboard with fast, server-rendered pages.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—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type safety across every component so bugs are caught early.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—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classes used for consistent, responsive styling.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 UI —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accessible components like cards, forms, and dialogs.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6"/>
          <p:cNvSpPr/>
          <p:nvPr/>
        </p:nvSpPr>
        <p:spPr>
          <a:xfrm>
            <a:off x="6583680" y="20116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214" y="216621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20116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(Shared API)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83680" y="278892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web framework that exposes REST endpoints both webpages call.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—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all AI-agent logic, business rules, and data processing.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API routes —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route files for projects, team, reports, learning paths, and the employee portal.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— Database, AI &amp; Integrations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1943100" y="20116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634" y="21662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29184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projects, employees, courses, and reports.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—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that stores embeddings for semantic search.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89120" y="173736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6"/>
          <p:cNvSpPr/>
          <p:nvPr/>
        </p:nvSpPr>
        <p:spPr>
          <a:xfrm>
            <a:off x="5783580" y="201168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114" y="216621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63440" y="329184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—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skill extraction, learning paths, and readiness scoring.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—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prompts and connects the model to stored data.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0" y="173736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0"/>
          <p:cNvSpPr/>
          <p:nvPr/>
        </p:nvSpPr>
        <p:spPr>
          <a:xfrm>
            <a:off x="9624060" y="201168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8594" y="216621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503920" y="329184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API —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repositories and commits to measure real coding skill.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API —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sprint and ticket data for project insight.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97680"/>
            <a:ext cx="4114800" cy="411480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65928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45720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Webpage — Overview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HR and Team Leads to manage projects and people data-first, not generic. Five connected pages take a manager from raw project idea to a fully staffed, skill-ready team.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0A4A5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5"/>
          <p:cNvSpPr/>
          <p:nvPr/>
        </p:nvSpPr>
        <p:spPr>
          <a:xfrm>
            <a:off x="1097280" y="3063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475" y="3253435"/>
            <a:ext cx="351130" cy="3511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4023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857500" y="274320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0A4A5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9"/>
          <p:cNvSpPr/>
          <p:nvPr/>
        </p:nvSpPr>
        <p:spPr>
          <a:xfrm>
            <a:off x="3406140" y="3063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6335" y="3253435"/>
            <a:ext cx="351130" cy="3511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48940" y="4023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94894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166360" y="274320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0A4A5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Shape 13"/>
          <p:cNvSpPr/>
          <p:nvPr/>
        </p:nvSpPr>
        <p:spPr>
          <a:xfrm>
            <a:off x="5715000" y="3063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195" y="3253435"/>
            <a:ext cx="351130" cy="35113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57800" y="4023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Analysis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25780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475220" y="274320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0A4A5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Shape 17"/>
          <p:cNvSpPr/>
          <p:nvPr/>
        </p:nvSpPr>
        <p:spPr>
          <a:xfrm>
            <a:off x="8023860" y="3063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4055" y="3253435"/>
            <a:ext cx="351130" cy="35113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566660" y="4023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756666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9784080" y="2743200"/>
            <a:ext cx="1828800" cy="2377440"/>
          </a:xfrm>
          <a:prstGeom prst="roundRect">
            <a:avLst>
              <a:gd name="adj" fmla="val 6000"/>
            </a:avLst>
          </a:prstGeom>
          <a:solidFill>
            <a:srgbClr val="0A4A5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Shape 21"/>
          <p:cNvSpPr/>
          <p:nvPr/>
        </p:nvSpPr>
        <p:spPr>
          <a:xfrm>
            <a:off x="10332720" y="3063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2915" y="3253435"/>
            <a:ext cx="351130" cy="35113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875520" y="40233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987552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02920" y="228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" y="41879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28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Webpage — Dashboard (Page 1 of 5)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screen HR sees after logging in. It's a summary view, not a data-entry page — designed to answer "how is engineering doing right now?" in five seconds.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11064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Projects widget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many projects are active, their status, and how many are approaching deadline.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Team Members widget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full headcount being tracked, each with an underlying AI-built skill profile.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Reports widget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the latest readiness assessments so HR doesn't have to dig through the Reports page.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Alerts widget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flags any project where the team's current skills fall short of what's required.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02920" y="228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" y="41879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28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Webpage — Projects Page (Page 2 of 5)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a new project's requirements get captured and understood by AI before any staffing decision is made.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11064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intake form —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fills in the project name, a plain-English description, the deadline, and a Jira project URL.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Analyzer Agent —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reads the description and automatically extracts the required skills, technologies, and an overall complexity level — no manual tagging needed.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Analyzer Agent —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live sprint and ticket data from the linked Jira project to add real-world context to the analysis.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project profile —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extracted skills and complexity are saved so later pages (Learning Paths, Reports) can compare them against the team.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02920" y="228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" y="41879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28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Webpage — Team Analysis Page (Page 3 of 5)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page turns each employee's real GitHub activity into an objective, up-to-date skill profile — replacing guesswork with evidence.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11064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team member form —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enters the employee's name, designation, and GitHub profile URL.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Analyzer Agent —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employee's public repositories, languages used, commit history, and recent activity.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profile generation —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that raw activity into a structured list of skills and proficiency indicators for each person.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matrix view —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every employee's skills side-by-side in one visual matrix so HR can instantly compare team strengths and gaps.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02920" y="228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" y="41879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28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Webpage — Learning Paths Page (Page 4 of 5)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HR knows what a project needs and what the team already has, this page closes the gap with a concrete training plan.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11064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comparison —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automatically compares the project's required skills against each employee's current skill profile.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 Agent —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Gemini with a RAG (retrieval-augmented generation) layer to pull relevant course content from a knowledge base.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roadmap —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step-by-step sequence of courses tailored to exactly what that employee is missing — not a generic training catalog.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cards —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recommended path is shown as a clear card HR can review and assign directly to the employee.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02920" y="228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" y="41879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28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Webpage — Reports Page (Page 5 of 5)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page turns all prior analysis into a decision-ready report leadership can act on or share.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11064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Agent scoring —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a numeric readiness score showing how prepared the current team is for a given project.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skills breakdown —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exactly which skills are lacking across the team, ranked by how critical they are to the project.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—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schedule or delivery risk when the readiness score is low, so it's flagged before it becomes a problem.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—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concrete next steps — such as assigning a learning path or hiring — to raise readiness.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—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HR download the full report as a PDF to share with leadership or keep on record.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659282"/>
            <a:ext cx="373075" cy="373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45720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Webpage — Overview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EmployeeHub — the portal every employee logs into. Where the HR side is about analysis, this side is about action: learning the exact skills their project needs.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2377440" cy="2468880"/>
          </a:xfrm>
          <a:prstGeom prst="roundRect">
            <a:avLst>
              <a:gd name="adj" fmla="val 4615"/>
            </a:avLst>
          </a:prstGeom>
          <a:solidFill>
            <a:srgbClr val="0A4A5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5"/>
          <p:cNvSpPr/>
          <p:nvPr/>
        </p:nvSpPr>
        <p:spPr>
          <a:xfrm>
            <a:off x="1371600" y="3063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795" y="3253435"/>
            <a:ext cx="351130" cy="3511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4023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444240" y="2743200"/>
            <a:ext cx="2377440" cy="2468880"/>
          </a:xfrm>
          <a:prstGeom prst="roundRect">
            <a:avLst>
              <a:gd name="adj" fmla="val 4615"/>
            </a:avLst>
          </a:prstGeom>
          <a:solidFill>
            <a:srgbClr val="0A4A5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9"/>
          <p:cNvSpPr/>
          <p:nvPr/>
        </p:nvSpPr>
        <p:spPr>
          <a:xfrm>
            <a:off x="4267200" y="3063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395" y="3253435"/>
            <a:ext cx="351130" cy="3511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35680" y="4023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Page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53568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339840" y="2743200"/>
            <a:ext cx="2377440" cy="2468880"/>
          </a:xfrm>
          <a:prstGeom prst="roundRect">
            <a:avLst>
              <a:gd name="adj" fmla="val 4615"/>
            </a:avLst>
          </a:prstGeom>
          <a:solidFill>
            <a:srgbClr val="0A4A5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Shape 13"/>
          <p:cNvSpPr/>
          <p:nvPr/>
        </p:nvSpPr>
        <p:spPr>
          <a:xfrm>
            <a:off x="7162800" y="3063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2995" y="3253435"/>
            <a:ext cx="351130" cy="35113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31280" y="4023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Compliance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3128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9235440" y="2743200"/>
            <a:ext cx="2377440" cy="2468880"/>
          </a:xfrm>
          <a:prstGeom prst="roundRect">
            <a:avLst>
              <a:gd name="adj" fmla="val 4615"/>
            </a:avLst>
          </a:prstGeom>
          <a:solidFill>
            <a:srgbClr val="0A4A5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Shape 17"/>
          <p:cNvSpPr/>
          <p:nvPr/>
        </p:nvSpPr>
        <p:spPr>
          <a:xfrm>
            <a:off x="10058400" y="30632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595" y="3253435"/>
            <a:ext cx="351130" cy="35113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326880" y="4023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Viewer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9326880" y="2788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02920" y="228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" y="41879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28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Webpage — Home Dashboard (Page 1 of 4)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employee's landing page after login — a personal snapshot rather than a company-wide view.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11064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learning summary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every learning path or course currently assigned to this employee, at a glance.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 completion percentage for each active course so the employee knows exactly where they stand.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deadlines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any training or compliance deadlines coming up soon, so nothing is missed.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navigation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sidebar links straight to Skills, Mandatory Compliance, and the Course Viewer.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02920" y="228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" y="41879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28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Webpage — Skills Page (Page 2 of 4)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employee the same transparency HR has — but focused on their own profile and their own project.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11064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skill matrix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skills the AI has detected from the employee's own GitHub activity.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skill requirements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Shows, side-by-side, exactly what skills the assigned project needs.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visualization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specific skills the employee is missing, making the purpose of assigned courses obvious.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Motivational clarity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see why they were assigned a course instead of just being told to take it.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02920" y="228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" y="41879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28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Webpage — Mandatory Compliance (Page 3 of 4)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space for non-negotiable training — separated from optional skill-building so nothing important gets lost in the mix.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11064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course list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required training such as security awareness, workplace policy, or code-of-conduct modules.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status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marks each module as pending, in progress, or completed.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Due-date tracking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deadlines for mandatory items so HR can ensure organization-wide compliance.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viewer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module opens it immediately in the Course Viewer to start or resume training.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6815" y="6446520"/>
            <a:ext cx="646118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02920" y="228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" y="41879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28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Webpage — Course Viewer (Page 4 of 4)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actual learning happens — an in-portal player so employees never have to leave EmployeeHub to train.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11064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course playback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the assigned course content directly inside the portal.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auto-save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how much of a course has been completed and resumes where the employee left off.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context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which skill gap or compliance requirement this specific course is addressing.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marking —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finished, the course is marked complete and instantly reflected back on the Home Dashboard and Skills page.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Journey — Step by Step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all four employee pages together into one continuous flow.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377440" cy="3383280"/>
          </a:xfrm>
          <a:prstGeom prst="roundRect">
            <a:avLst>
              <a:gd name="adj" fmla="val 4615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1325880" y="17830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17320" y="2743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741" y="290962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40233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opens EmployeeHub and lands on the Home Dashboard, seeing a summary of assigned work.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30296" y="36576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Shape 9"/>
          <p:cNvSpPr/>
          <p:nvPr/>
        </p:nvSpPr>
        <p:spPr>
          <a:xfrm>
            <a:off x="3444240" y="2103120"/>
            <a:ext cx="2377440" cy="3383280"/>
          </a:xfrm>
          <a:prstGeom prst="roundRect">
            <a:avLst>
              <a:gd name="adj" fmla="val 4615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0"/>
          <p:cNvSpPr/>
          <p:nvPr/>
        </p:nvSpPr>
        <p:spPr>
          <a:xfrm>
            <a:off x="4221480" y="17830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1"/>
          <p:cNvSpPr/>
          <p:nvPr/>
        </p:nvSpPr>
        <p:spPr>
          <a:xfrm>
            <a:off x="4221480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312920" y="2743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341" y="290962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8140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Assignments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581400" y="40233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learning paths and mandatory courses that HR/AI assigned based on project needs.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025896" y="36576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Shape 16"/>
          <p:cNvSpPr/>
          <p:nvPr/>
        </p:nvSpPr>
        <p:spPr>
          <a:xfrm>
            <a:off x="6339840" y="2103120"/>
            <a:ext cx="2377440" cy="3383280"/>
          </a:xfrm>
          <a:prstGeom prst="roundRect">
            <a:avLst>
              <a:gd name="adj" fmla="val 4615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7"/>
          <p:cNvSpPr/>
          <p:nvPr/>
        </p:nvSpPr>
        <p:spPr>
          <a:xfrm>
            <a:off x="7117080" y="17830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18"/>
          <p:cNvSpPr/>
          <p:nvPr/>
        </p:nvSpPr>
        <p:spPr>
          <a:xfrm>
            <a:off x="7117080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7208520" y="2743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941" y="2909621"/>
            <a:ext cx="307238" cy="30723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7700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477000" y="40233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Course Viewer and works through content at their own pace, with progress auto-saved.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8921496" y="36576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Shape 23"/>
          <p:cNvSpPr/>
          <p:nvPr/>
        </p:nvSpPr>
        <p:spPr>
          <a:xfrm>
            <a:off x="9235440" y="2103120"/>
            <a:ext cx="2377440" cy="3383280"/>
          </a:xfrm>
          <a:prstGeom prst="roundRect">
            <a:avLst>
              <a:gd name="adj" fmla="val 4615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Shape 24"/>
          <p:cNvSpPr/>
          <p:nvPr/>
        </p:nvSpPr>
        <p:spPr>
          <a:xfrm>
            <a:off x="10012680" y="17830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0" name="Text 25"/>
          <p:cNvSpPr/>
          <p:nvPr/>
        </p:nvSpPr>
        <p:spPr>
          <a:xfrm>
            <a:off x="10012680" y="1783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Shape 26"/>
          <p:cNvSpPr/>
          <p:nvPr/>
        </p:nvSpPr>
        <p:spPr>
          <a:xfrm>
            <a:off x="10104120" y="27432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0541" y="29096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37260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Growth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9372600" y="40233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the Skills page to see their skill matrix update and readiness improve.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Powers Both Webpages? — Five AI Agents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webpage is hardcoded logic alone — five specialized AI agents do the actual thinking behind the scenes.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993392" cy="3657600"/>
          </a:xfrm>
          <a:prstGeom prst="roundRect">
            <a:avLst>
              <a:gd name="adj" fmla="val 5505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1248156" y="22860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690" y="24405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6324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Analyzer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611880"/>
            <a:ext cx="17190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project descriptions and pulls out required skills and complexity.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16352" y="2011680"/>
            <a:ext cx="1993392" cy="3657600"/>
          </a:xfrm>
          <a:prstGeom prst="roundRect">
            <a:avLst>
              <a:gd name="adj" fmla="val 5505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7"/>
          <p:cNvSpPr/>
          <p:nvPr/>
        </p:nvSpPr>
        <p:spPr>
          <a:xfrm>
            <a:off x="3515868" y="22860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402" y="24405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53512" y="306324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Analyzer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953512" y="3611880"/>
            <a:ext cx="17190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repos and commits to build a real, evidence-based skill profile.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84064" y="2011680"/>
            <a:ext cx="1993392" cy="3657600"/>
          </a:xfrm>
          <a:prstGeom prst="roundRect">
            <a:avLst>
              <a:gd name="adj" fmla="val 5505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1"/>
          <p:cNvSpPr/>
          <p:nvPr/>
        </p:nvSpPr>
        <p:spPr>
          <a:xfrm>
            <a:off x="5783580" y="22860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114" y="24405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21224" y="306324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Analyzer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221224" y="3611880"/>
            <a:ext cx="17190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sprint and ticket context from the linked Jira project.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51776" y="2011680"/>
            <a:ext cx="1993392" cy="3657600"/>
          </a:xfrm>
          <a:prstGeom prst="roundRect">
            <a:avLst>
              <a:gd name="adj" fmla="val 5505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5"/>
          <p:cNvSpPr/>
          <p:nvPr/>
        </p:nvSpPr>
        <p:spPr>
          <a:xfrm>
            <a:off x="8051292" y="22860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826" y="24405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88936" y="306324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 Agent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88936" y="3611880"/>
            <a:ext cx="17190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Gemini + RAG to design a personalized course roadmap.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619488" y="2011680"/>
            <a:ext cx="1993392" cy="3657600"/>
          </a:xfrm>
          <a:prstGeom prst="roundRect">
            <a:avLst>
              <a:gd name="adj" fmla="val 5505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19"/>
          <p:cNvSpPr/>
          <p:nvPr/>
        </p:nvSpPr>
        <p:spPr>
          <a:xfrm>
            <a:off x="10319004" y="22860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3538" y="24405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56648" y="3063240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Agent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756648" y="3611880"/>
            <a:ext cx="17190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team readiness and produces the final risk report.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1344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02920" y="228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" y="41879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28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in Detail — Project &amp; GitHub Analyzers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4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4" y="1983334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8288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Analyzer Agent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22960" y="26060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plain-language project description entered on the Projects page and sends it to Gemini with a structured prompt. The model returns a clean list of required technologies, skills, and a complexity rating — turning unstructured text into data the rest of the system can compare against.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09360" y="155448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8"/>
          <p:cNvSpPr/>
          <p:nvPr/>
        </p:nvSpPr>
        <p:spPr>
          <a:xfrm>
            <a:off x="6583680" y="18288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8214" y="198333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60920" y="18288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Analyzer Agent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583680" y="26060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GitHub API using the profile URL HR enters for each employee. It inspects repositories, programming languages used, and commit frequency, then summarizes this into a skill profile — giving an evidence-based picture instead of a self-reported resume.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1344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02920" y="228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" y="41879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28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in Detail — Jira &amp; Learning Path Agents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4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4" y="1983334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8288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 Analyzer Agent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22960" y="26060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Jira project URL supplied on the Projects page to pull real sprint and ticket data through the Jira API. This adds live project-management context — like ticket volume and sprint velocity — on top of the AI-extracted skill requirements, giving a fuller picture of what the project actually demands.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09360" y="155448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8"/>
          <p:cNvSpPr/>
          <p:nvPr/>
        </p:nvSpPr>
        <p:spPr>
          <a:xfrm>
            <a:off x="6583680" y="18288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8214" y="198333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60920" y="18288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Path Agent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583680" y="26060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an employee's skill profile against the project's required skills to find the exact gap. It then uses RAG to retrieve relevant course material from a vector database and Gemini to sequence it into a personalized, step-by-step roadmap rather than a generic course list.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13440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02920" y="228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" y="41879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28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in Detail — Readiness Agent &amp; RAG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4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4" y="1983334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8288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Agent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22960" y="26060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together the project's requirements, the team's combined skill profiles, and current learning progress to compute a single readiness score. It also lists specific missing skills and generates written recommendations — the content that ultimately appears in the Reports page and PDF export.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09360" y="155448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8"/>
          <p:cNvSpPr/>
          <p:nvPr/>
        </p:nvSpPr>
        <p:spPr>
          <a:xfrm>
            <a:off x="6583680" y="18288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8214" y="198333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60920" y="18288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— Retrieval-Augmented Generation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583680" y="26060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relying purely on what Gemini already knows, the system stores course and skill content as vector embeddings in pgvector. When a recommendation is needed, the most relevant chunks are retrieved first and fed into the model — keeping suggestions grounded in the platform's real course catalog.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HR and Employee Sides Connect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webpages are not separate apps — they read and write to the same backend and database.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777240" y="20345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1771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creates a project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29200" y="192024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Analyzer extracts required skills; Jira Analyzer adds context.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7"/>
          <p:cNvSpPr/>
          <p:nvPr/>
        </p:nvSpPr>
        <p:spPr>
          <a:xfrm>
            <a:off x="777240" y="29215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306415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80720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analyzes the team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029200" y="2807208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Analyzer builds each employee's skill profile.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94176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Shape 11"/>
          <p:cNvSpPr/>
          <p:nvPr/>
        </p:nvSpPr>
        <p:spPr>
          <a:xfrm>
            <a:off x="777240" y="380847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3951122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694176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finds the gap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029200" y="3694176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 Agent compares project needs vs. team skills.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581144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5"/>
          <p:cNvSpPr/>
          <p:nvPr/>
        </p:nvSpPr>
        <p:spPr>
          <a:xfrm>
            <a:off x="777240" y="469544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" y="4838090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581144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sees the plan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029200" y="4581144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 appears instantly on the employee's own Skills page and Home Dashboard.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468112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0FA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19"/>
          <p:cNvSpPr/>
          <p:nvPr/>
        </p:nvSpPr>
        <p:spPr>
          <a:xfrm>
            <a:off x="777240" y="558241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886" y="5725058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46811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sees the outcome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029200" y="5468112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courses are completed, the Reports page readiness score updates automatically.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13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1623060"/>
          </a:xfrm>
          <a:prstGeom prst="roundRect">
            <a:avLst>
              <a:gd name="adj" fmla="val 5634"/>
            </a:avLst>
          </a:prstGeom>
          <a:solidFill>
            <a:srgbClr val="0A4A5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777240" y="204597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21239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91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staffing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103120"/>
            <a:ext cx="4114800" cy="982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assign projects based on real, measured skills instead of assumptions.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554480"/>
            <a:ext cx="5303520" cy="1623060"/>
          </a:xfrm>
          <a:prstGeom prst="roundRect">
            <a:avLst>
              <a:gd name="adj" fmla="val 5634"/>
            </a:avLst>
          </a:prstGeom>
          <a:solidFill>
            <a:srgbClr val="0A4A5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Shape 7"/>
          <p:cNvSpPr/>
          <p:nvPr/>
        </p:nvSpPr>
        <p:spPr>
          <a:xfrm>
            <a:off x="6537960" y="204597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1" y="221239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691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growth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15200" y="2103120"/>
            <a:ext cx="4114800" cy="982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gets a learning path tailored to their actual gaps, not a generic catalog.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497580"/>
            <a:ext cx="5303520" cy="1623060"/>
          </a:xfrm>
          <a:prstGeom prst="roundRect">
            <a:avLst>
              <a:gd name="adj" fmla="val 5634"/>
            </a:avLst>
          </a:prstGeom>
          <a:solidFill>
            <a:srgbClr val="0A4A5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Shape 11"/>
          <p:cNvSpPr/>
          <p:nvPr/>
        </p:nvSpPr>
        <p:spPr>
          <a:xfrm>
            <a:off x="777240" y="398907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415549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6347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readiness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4046220"/>
            <a:ext cx="4114800" cy="982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gaps are caught early through readiness scoring, before deadlines are at risk.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09360" y="3497580"/>
            <a:ext cx="5303520" cy="1623060"/>
          </a:xfrm>
          <a:prstGeom prst="roundRect">
            <a:avLst>
              <a:gd name="adj" fmla="val 5634"/>
            </a:avLst>
          </a:prstGeom>
          <a:solidFill>
            <a:srgbClr val="0A4A56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Shape 15"/>
          <p:cNvSpPr/>
          <p:nvPr/>
        </p:nvSpPr>
        <p:spPr>
          <a:xfrm>
            <a:off x="6537960" y="398907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C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381" y="415549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6347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system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15200" y="4046220"/>
            <a:ext cx="4114800" cy="982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decisions and employee learning stay in sync automatically, with no manual handoff.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 HR and Employee webpages close the loop: Analyze → Identify Gaps → Learn → Become Project-Ready.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learning path allocator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2641</Words>
  <Application>Microsoft Office PowerPoint</Application>
  <PresentationFormat>Widescreen</PresentationFormat>
  <Paragraphs>280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Engineering Manager</dc:title>
  <dc:subject>PptxGenJS Presentation</dc:subject>
  <dc:creator>Kaggle Capstone</dc:creator>
  <cp:lastModifiedBy>Rohini Manoharan</cp:lastModifiedBy>
  <cp:revision>1</cp:revision>
  <dcterms:created xsi:type="dcterms:W3CDTF">2026-07-05T14:20:17Z</dcterms:created>
  <dcterms:modified xsi:type="dcterms:W3CDTF">2026-07-05T21:41:06Z</dcterms:modified>
</cp:coreProperties>
</file>